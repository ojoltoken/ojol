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96" y="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5400" y="-1"/>
            <a:ext cx="16392408" cy="91570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6503" y="0"/>
            <a:ext cx="16369006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6504" y="0"/>
            <a:ext cx="16369007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6503" y="0"/>
            <a:ext cx="16369006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6503" y="0"/>
            <a:ext cx="16369006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6503" y="0"/>
            <a:ext cx="16369006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6503" y="0"/>
            <a:ext cx="16369006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6503" y="0"/>
            <a:ext cx="16369006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6503" y="0"/>
            <a:ext cx="16369006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6504" y="0"/>
            <a:ext cx="16490303" cy="92117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6503" y="0"/>
            <a:ext cx="16369006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Custom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Galaksi Komputer</cp:lastModifiedBy>
  <cp:revision>2</cp:revision>
  <dcterms:created xsi:type="dcterms:W3CDTF">2006-08-16T00:00:00Z</dcterms:created>
  <dcterms:modified xsi:type="dcterms:W3CDTF">2026-06-20T04:51:20Z</dcterms:modified>
</cp:coreProperties>
</file>